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44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7004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109728" cy="146304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486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项目进展报告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OpsMind 销售预测系统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31520" y="3383280"/>
            <a:ext cx="22860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2026年5月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内容概览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73152" cy="146304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71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功能开发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1920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销售预测与工作流调优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18872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1188720"/>
            <a:ext cx="73152" cy="146304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3716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2336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预测层级数据配置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66160" y="1920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四大业务线配置进展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18872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188720"/>
            <a:ext cx="73152" cy="146304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3716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1228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AI分析工作流配置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55080" y="1920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叶子节点预测流程收集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292608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48640" y="2926080"/>
            <a:ext cx="73152" cy="146304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1089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3108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人员权限开通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3657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权限收集与测试环境配置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337560" y="292608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337560" y="2926080"/>
            <a:ext cx="73152" cy="146304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310896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23360" y="3108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培训情况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3566160" y="3657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操作与流程搭建培训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26480" y="292608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26480" y="2926080"/>
            <a:ext cx="73152" cy="146304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10896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12280" y="3108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用户测试进展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355080" y="3657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AI预测与守门测试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功能开发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188720"/>
            <a:ext cx="3840480" cy="54864"/>
          </a:xfrm>
          <a:prstGeom prst="rect">
            <a:avLst/>
          </a:prstGeom>
          <a:solidFill>
            <a:srgbClr val="38A169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46304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销售预测功能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1440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A1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开发完成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91440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销售预测功能已全部开发完成，可进入测试阶段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754880" y="118872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54880" y="1188720"/>
            <a:ext cx="3840480" cy="54864"/>
          </a:xfrm>
          <a:prstGeom prst="rect">
            <a:avLst/>
          </a:prstGeom>
          <a:solidFill>
            <a:srgbClr val="DD6B20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46304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7784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价格/销量预测解析工作流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512064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D6B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调优进行中</a:t>
            </a:r>
            <a:endParaRPr lang="en-US" sz="2800" dirty="0"/>
          </a:p>
        </p:txBody>
      </p:sp>
      <p:sp>
        <p:nvSpPr>
          <p:cNvPr id="16" name="Text 11"/>
          <p:cNvSpPr/>
          <p:nvPr/>
        </p:nvSpPr>
        <p:spPr>
          <a:xfrm>
            <a:off x="512064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价格/销量预测解析工作流调优持续进行中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347472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48640" y="3474720"/>
            <a:ext cx="73152" cy="1097280"/>
          </a:xfrm>
          <a:prstGeom prst="rect">
            <a:avLst/>
          </a:prstGeom>
          <a:solidFill>
            <a:srgbClr val="4084C4"/>
          </a:solidFill>
          <a:ln/>
        </p:spPr>
      </p:sp>
      <p:sp>
        <p:nvSpPr>
          <p:cNvPr id="19" name="Text 14"/>
          <p:cNvSpPr/>
          <p:nvPr/>
        </p:nvSpPr>
        <p:spPr>
          <a:xfrm>
            <a:off x="91440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08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进展摘要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已完成：</a:t>
            </a: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销售预测功能开发</a:t>
            </a:r>
            <a:r>
              <a:rPr lang="en-US" sz="12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进行中：</a:t>
            </a: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价格/销量预测解析工作流调优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预测层级数据收集与配置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097280"/>
            <a:ext cx="3840480" cy="54864"/>
          </a:xfrm>
          <a:prstGeom prst="rect">
            <a:avLst/>
          </a:prstGeom>
          <a:solidFill>
            <a:srgbClr val="DD6B2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258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国内风清扬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474720" y="13258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部分完成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77240" y="1874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剩余电商中心-抖音对应的渠道二级未能确认，其余配置完成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754880" y="109728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54880" y="1097280"/>
            <a:ext cx="3840480" cy="54864"/>
          </a:xfrm>
          <a:prstGeom prst="rect">
            <a:avLst/>
          </a:prstGeom>
          <a:solidFill>
            <a:srgbClr val="38A169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3258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8640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国内梅西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680960" y="13258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983480" y="1874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全部配置完成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283464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48640" y="2834640"/>
            <a:ext cx="3840480" cy="54864"/>
          </a:xfrm>
          <a:prstGeom prst="rect">
            <a:avLst/>
          </a:prstGeom>
          <a:solidFill>
            <a:srgbClr val="38A169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06324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国际风清扬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3474720" y="3063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777240" y="3611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全部配置完成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754880" y="283464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754880" y="2834640"/>
            <a:ext cx="3840480" cy="54864"/>
          </a:xfrm>
          <a:prstGeom prst="rect">
            <a:avLst/>
          </a:prstGeom>
          <a:solidFill>
            <a:srgbClr val="38A169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06324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8640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国际梅西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7680960" y="3063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983480" y="3611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全部配置完成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48640" y="4400471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548640" y="4400471"/>
            <a:ext cx="73152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1" name="Text 24"/>
          <p:cNvSpPr/>
          <p:nvPr/>
        </p:nvSpPr>
        <p:spPr>
          <a:xfrm>
            <a:off x="914400" y="4446191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完成进度：</a:t>
            </a:r>
            <a:r>
              <a:rPr lang="en-US" sz="1200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3/4 业务线全部完成</a:t>
            </a: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待解决：</a:t>
            </a:r>
            <a:r>
              <a:rPr lang="en-US" sz="1200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国内风清扬-电商中心-抖音渠道二级确认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叶子节点预测AI分析工作流收集与配置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097280"/>
            <a:ext cx="3840480" cy="54864"/>
          </a:xfrm>
          <a:prstGeom prst="rect">
            <a:avLst/>
          </a:prstGeom>
          <a:solidFill>
            <a:srgbClr val="DD6B2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258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国内风清扬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474720" y="13258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部分完成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77240" y="1874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剩余电商中心-抖音对应的渠道二级未能确认，无法配置，其余配置完成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754880" y="109728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54880" y="1097280"/>
            <a:ext cx="3840480" cy="54864"/>
          </a:xfrm>
          <a:prstGeom prst="rect">
            <a:avLst/>
          </a:prstGeom>
          <a:solidFill>
            <a:srgbClr val="38A169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3258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8640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国内梅西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680960" y="13258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983480" y="1874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全部配置完成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283464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48640" y="2834640"/>
            <a:ext cx="3840480" cy="54864"/>
          </a:xfrm>
          <a:prstGeom prst="rect">
            <a:avLst/>
          </a:prstGeom>
          <a:solidFill>
            <a:srgbClr val="DD6B20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06324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国际风清扬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3474720" y="3063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部分完成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777240" y="3611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剩余电商运营部AI预测流程未提供，其余已配置完成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754880" y="283464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754880" y="2834640"/>
            <a:ext cx="3840480" cy="54864"/>
          </a:xfrm>
          <a:prstGeom prst="rect">
            <a:avLst/>
          </a:prstGeom>
          <a:solidFill>
            <a:srgbClr val="38A169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06324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8640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国际梅西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7680960" y="3063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983480" y="3611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全部配置完成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48640" y="441198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548640" y="441198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1" name="Text 24"/>
          <p:cNvSpPr/>
          <p:nvPr/>
        </p:nvSpPr>
        <p:spPr>
          <a:xfrm>
            <a:off x="914400" y="44577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完成进度：</a:t>
            </a:r>
            <a:r>
              <a:rPr lang="en-US" sz="1100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2/4 业务线全部完成</a:t>
            </a: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待解决：</a:t>
            </a:r>
            <a:r>
              <a:rPr lang="en-US" sz="1100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国内风清扬-抖音渠道二级确认；国际风清扬-电商运营部AI预测流程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人员权限 &amp; 5. 培训情况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188720"/>
            <a:ext cx="3840480" cy="54864"/>
          </a:xfrm>
          <a:prstGeom prst="rect">
            <a:avLst/>
          </a:prstGeom>
          <a:solidFill>
            <a:srgbClr val="38A169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人员权限收集与开通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10312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160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全部收集完成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56032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7160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里斯测试环境配置完成</a:t>
            </a:r>
            <a:endParaRPr lang="en-US" sz="1400" dirty="0"/>
          </a:p>
        </p:txBody>
      </p:sp>
      <p:sp>
        <p:nvSpPr>
          <p:cNvPr id="13" name="Shape 7"/>
          <p:cNvSpPr/>
          <p:nvPr/>
        </p:nvSpPr>
        <p:spPr>
          <a:xfrm>
            <a:off x="914400" y="3200400"/>
            <a:ext cx="3200400" cy="640080"/>
          </a:xfrm>
          <a:prstGeom prst="rect">
            <a:avLst/>
          </a:prstGeom>
          <a:solidFill>
            <a:srgbClr val="E6FFF9"/>
          </a:solidFill>
          <a:ln/>
        </p:spPr>
      </p:sp>
      <p:sp>
        <p:nvSpPr>
          <p:cNvPr id="14" name="Text 8"/>
          <p:cNvSpPr/>
          <p:nvPr/>
        </p:nvSpPr>
        <p:spPr>
          <a:xfrm>
            <a:off x="914400" y="3200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A1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状态：全部完成 ✓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4754880" y="118872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4754880" y="1188720"/>
            <a:ext cx="3840480" cy="54864"/>
          </a:xfrm>
          <a:prstGeom prst="rect">
            <a:avLst/>
          </a:prstGeom>
          <a:solidFill>
            <a:srgbClr val="4084C4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463040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57784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培训情况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512064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已组织两场用户培训：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5120640" y="2560320"/>
            <a:ext cx="3200400" cy="640080"/>
          </a:xfrm>
          <a:prstGeom prst="rect">
            <a:avLst/>
          </a:prstGeom>
          <a:solidFill>
            <a:srgbClr val="EBF4FF"/>
          </a:solidFill>
          <a:ln/>
        </p:spPr>
      </p:sp>
      <p:sp>
        <p:nvSpPr>
          <p:cNvPr id="21" name="Shape 14"/>
          <p:cNvSpPr/>
          <p:nvPr/>
        </p:nvSpPr>
        <p:spPr>
          <a:xfrm>
            <a:off x="5120640" y="2560320"/>
            <a:ext cx="54864" cy="640080"/>
          </a:xfrm>
          <a:prstGeom prst="rect">
            <a:avLst/>
          </a:prstGeom>
          <a:solidFill>
            <a:srgbClr val="4084C4"/>
          </a:solidFill>
          <a:ln/>
        </p:spPr>
      </p:sp>
      <p:sp>
        <p:nvSpPr>
          <p:cNvPr id="22" name="Text 15"/>
          <p:cNvSpPr/>
          <p:nvPr/>
        </p:nvSpPr>
        <p:spPr>
          <a:xfrm>
            <a:off x="5349240" y="2578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08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培训一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534924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系统提报操作培训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5120640" y="3337560"/>
            <a:ext cx="3200400" cy="822960"/>
          </a:xfrm>
          <a:prstGeom prst="rect">
            <a:avLst/>
          </a:prstGeom>
          <a:solidFill>
            <a:srgbClr val="EBF4FF"/>
          </a:solidFill>
          <a:ln/>
        </p:spPr>
      </p:sp>
      <p:sp>
        <p:nvSpPr>
          <p:cNvPr id="25" name="Shape 18"/>
          <p:cNvSpPr/>
          <p:nvPr/>
        </p:nvSpPr>
        <p:spPr>
          <a:xfrm>
            <a:off x="5120640" y="3337560"/>
            <a:ext cx="54864" cy="822960"/>
          </a:xfrm>
          <a:prstGeom prst="rect">
            <a:avLst/>
          </a:prstGeom>
          <a:solidFill>
            <a:srgbClr val="4084C4"/>
          </a:solidFill>
          <a:ln/>
        </p:spPr>
      </p:sp>
      <p:sp>
        <p:nvSpPr>
          <p:cNvPr id="26" name="Text 19"/>
          <p:cNvSpPr/>
          <p:nvPr/>
        </p:nvSpPr>
        <p:spPr>
          <a:xfrm>
            <a:off x="5349240" y="3355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08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培训二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349240" y="36301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AI预测流程搭建（输入/输出标准）与AI分析流程搭建（输入/输出标准）培训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 用户测试进展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188720"/>
            <a:ext cx="73152" cy="3474720"/>
          </a:xfrm>
          <a:prstGeom prst="rect">
            <a:avLst/>
          </a:prstGeom>
          <a:solidFill>
            <a:srgbClr val="4084C4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添可-国内-风清扬-新品类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2011680"/>
            <a:ext cx="3566160" cy="1005840"/>
          </a:xfrm>
          <a:prstGeom prst="rect">
            <a:avLst/>
          </a:prstGeom>
          <a:solidFill>
            <a:srgbClr val="E6FFF9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2011680"/>
            <a:ext cx="54864" cy="1005840"/>
          </a:xfrm>
          <a:prstGeom prst="rect">
            <a:avLst/>
          </a:prstGeom>
          <a:solidFill>
            <a:srgbClr val="38A169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1945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AI预测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657600" y="2148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09728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叶子节点：京东 / 天猫 / 抖音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846320" y="2011680"/>
            <a:ext cx="3566160" cy="1005840"/>
          </a:xfrm>
          <a:prstGeom prst="rect">
            <a:avLst/>
          </a:prstGeom>
          <a:solidFill>
            <a:srgbClr val="E6FFF9"/>
          </a:solidFill>
          <a:ln/>
        </p:spPr>
      </p:sp>
      <p:sp>
        <p:nvSpPr>
          <p:cNvPr id="15" name="Shape 11"/>
          <p:cNvSpPr/>
          <p:nvPr/>
        </p:nvSpPr>
        <p:spPr>
          <a:xfrm>
            <a:off x="4846320" y="2011680"/>
            <a:ext cx="54864" cy="1005840"/>
          </a:xfrm>
          <a:prstGeom prst="rect">
            <a:avLst/>
          </a:prstGeom>
          <a:solidFill>
            <a:srgbClr val="38A169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1945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4068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价格守门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589520" y="2148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02920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叶子节点：京东 / 天猫 / 抖音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14400" y="3246120"/>
            <a:ext cx="3566160" cy="1005840"/>
          </a:xfrm>
          <a:prstGeom prst="rect">
            <a:avLst/>
          </a:prstGeom>
          <a:solidFill>
            <a:srgbClr val="E6FFF9"/>
          </a:solidFill>
          <a:ln/>
        </p:spPr>
      </p:sp>
      <p:sp>
        <p:nvSpPr>
          <p:cNvPr id="21" name="Shape 16"/>
          <p:cNvSpPr/>
          <p:nvPr/>
        </p:nvSpPr>
        <p:spPr>
          <a:xfrm>
            <a:off x="914400" y="3246120"/>
            <a:ext cx="54864" cy="1005840"/>
          </a:xfrm>
          <a:prstGeom prst="rect">
            <a:avLst/>
          </a:prstGeom>
          <a:solidFill>
            <a:srgbClr val="38A169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42900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销售量守门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3657600" y="3383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097280" y="3840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叶子节点：京东 / 天猫 / 抖音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846320" y="3246120"/>
            <a:ext cx="3566160" cy="1005840"/>
          </a:xfrm>
          <a:prstGeom prst="rect">
            <a:avLst/>
          </a:prstGeom>
          <a:solidFill>
            <a:srgbClr val="EBF4FF"/>
          </a:solidFill>
          <a:ln/>
        </p:spPr>
      </p:sp>
      <p:sp>
        <p:nvSpPr>
          <p:cNvPr id="27" name="Shape 21"/>
          <p:cNvSpPr/>
          <p:nvPr/>
        </p:nvSpPr>
        <p:spPr>
          <a:xfrm>
            <a:off x="4846320" y="3246120"/>
            <a:ext cx="54864" cy="1005840"/>
          </a:xfrm>
          <a:prstGeom prst="rect">
            <a:avLst/>
          </a:prstGeom>
          <a:solidFill>
            <a:srgbClr val="4084C4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42900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4068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汇总守门测试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7589520" y="3383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08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进行中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5029200" y="3840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叶子节点：添可-国内-风清扬-新品类节点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09728" cy="109728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4572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总结与下一步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731520" y="2194560"/>
            <a:ext cx="18288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578608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1280160" y="2468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销售预测功能开发完成，工作流调优持续进行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14400" y="3035808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1280160" y="2926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预测层级数据：3/4 业务线完成，国内风清扬-抖音渠道待确认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14400" y="3493008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1280160" y="33832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AI分析工作流：2/4 业务线完成，2条线各有待解决项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14400" y="3950208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1280160" y="3840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人员权限全部开通，两场培训已完成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14400" y="4407408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3"/>
          <p:cNvSpPr/>
          <p:nvPr/>
        </p:nvSpPr>
        <p:spPr>
          <a:xfrm>
            <a:off x="1280160" y="4297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用户测试：3个叶子节点AI预测及守门测试完成，汇总守门测试进行中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244</Words>
  <Application>Microsoft Office PowerPoint</Application>
  <PresentationFormat>全屏显示(16:9)</PresentationFormat>
  <Paragraphs>92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Arial</vt:lpstr>
      <vt:lpstr>Arial Black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项目进展报告</dc:title>
  <dc:subject>PptxGenJS Presentation</dc:subject>
  <dc:creator>OpsMind</dc:creator>
  <cp:lastModifiedBy>hui.chenn(陈辉)</cp:lastModifiedBy>
  <cp:revision>3</cp:revision>
  <dcterms:created xsi:type="dcterms:W3CDTF">2026-05-27T05:48:55Z</dcterms:created>
  <dcterms:modified xsi:type="dcterms:W3CDTF">2026-05-27T06:45:20Z</dcterms:modified>
</cp:coreProperties>
</file>